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164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09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327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02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216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275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239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833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296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554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51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803545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2799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721373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96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4009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459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878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HotelManager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ASP.NET Core MVC — Project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HotelManager: manage hotels, rooms, guests and bookings</a:t>
            </a:r>
          </a:p>
          <a:p>
            <a:pPr>
              <a:defRPr sz="1800"/>
            </a:pPr>
            <a:r>
              <a:t>ASP.NET Core MVC, EF Core (MySQL), ASP.NET Identity</a:t>
            </a:r>
          </a:p>
          <a:p>
            <a:pPr>
              <a:defRPr sz="1800"/>
            </a:pPr>
            <a:r>
              <a:t>Solution: Web app, Core (business), Data (EF/repositories),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&amp;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Web (HotelManager) — controllers, views, Program.cs</a:t>
            </a:r>
          </a:p>
          <a:p>
            <a:pPr>
              <a:defRPr sz="1800"/>
            </a:pPr>
            <a:r>
              <a:t>Core — services, interfaces, business logic</a:t>
            </a:r>
          </a:p>
          <a:p>
            <a:pPr>
              <a:defRPr sz="1800"/>
            </a:pPr>
            <a:r>
              <a:t>Data — DbContext, repositories, migrations</a:t>
            </a:r>
          </a:p>
          <a:p>
            <a:pPr>
              <a:defRPr sz="1800"/>
            </a:pPr>
            <a:r>
              <a:t>Tests — unit tests for services/controllers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Layout (selected)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HotelManager/ — web project (views, controllers)</a:t>
            </a:r>
          </a:p>
          <a:p>
            <a:pPr>
              <a:defRPr sz="1800"/>
            </a:pPr>
            <a:r>
              <a:t>HotelManager.Core/ — services, DTOs, interfaces</a:t>
            </a:r>
          </a:p>
          <a:p>
            <a:pPr>
              <a:defRPr sz="1800"/>
            </a:pPr>
            <a:r>
              <a:t>HotelManager.Data/ — EF Core, migrations, repositories</a:t>
            </a:r>
          </a:p>
          <a:p>
            <a:pPr>
              <a:defRPr sz="1800"/>
            </a:pPr>
            <a:r>
              <a:t>HotelManager.Tests/ — unit tests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Manage hotels, rooms, guests and bookings</a:t>
            </a:r>
          </a:p>
          <a:p>
            <a:pPr>
              <a:defRPr sz="1800"/>
            </a:pPr>
            <a:r>
              <a:rPr dirty="0"/>
              <a:t>Repository pattern + DI for services</a:t>
            </a:r>
          </a:p>
          <a:p>
            <a:pPr>
              <a:defRPr sz="1800"/>
            </a:pPr>
            <a:r>
              <a:rPr dirty="0"/>
              <a:t>Migrations &amp; design-time factory for DB tooling</a:t>
            </a:r>
          </a:p>
          <a:p>
            <a:pPr>
              <a:defRPr sz="1800"/>
            </a:pPr>
            <a:r>
              <a:rPr dirty="0"/>
              <a:t>Unit tests for core service logic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Setup &amp; Quickstart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 err="1"/>
              <a:t>Prereqs</a:t>
            </a:r>
            <a:r>
              <a:rPr dirty="0"/>
              <a:t>: .NET SDK, MySQL (or other EF </a:t>
            </a:r>
            <a:r>
              <a:rPr dirty="0" smtClean="0"/>
              <a:t>provider)</a:t>
            </a:r>
            <a:endParaRPr lang="en-US" dirty="0" smtClean="0"/>
          </a:p>
          <a:p>
            <a:pPr>
              <a:defRPr sz="1800"/>
            </a:pPr>
            <a:r>
              <a:rPr dirty="0" smtClean="0"/>
              <a:t>Configure </a:t>
            </a:r>
            <a:r>
              <a:rPr dirty="0"/>
              <a:t>connection string in </a:t>
            </a:r>
            <a:r>
              <a:rPr dirty="0" err="1"/>
              <a:t>appsettings.json</a:t>
            </a:r>
            <a:endParaRPr dirty="0"/>
          </a:p>
          <a:p>
            <a:pPr>
              <a:defRPr sz="1800"/>
            </a:pPr>
            <a:r>
              <a:rPr dirty="0" err="1"/>
              <a:t>dotnet</a:t>
            </a:r>
            <a:r>
              <a:rPr dirty="0"/>
              <a:t> restore &amp;&amp; </a:t>
            </a:r>
            <a:r>
              <a:rPr dirty="0" err="1"/>
              <a:t>dotnet</a:t>
            </a:r>
            <a:r>
              <a:rPr dirty="0"/>
              <a:t> build</a:t>
            </a:r>
          </a:p>
          <a:p>
            <a:pPr>
              <a:defRPr sz="1800"/>
            </a:pPr>
            <a:r>
              <a:rPr dirty="0" err="1"/>
              <a:t>dotnet</a:t>
            </a:r>
            <a:r>
              <a:rPr dirty="0"/>
              <a:t> run --project </a:t>
            </a:r>
            <a:r>
              <a:rPr dirty="0" err="1"/>
              <a:t>HotelManager</a:t>
            </a:r>
            <a:r>
              <a:rPr dirty="0"/>
              <a:t>/</a:t>
            </a:r>
            <a:r>
              <a:rPr dirty="0" err="1"/>
              <a:t>HotelManager.csproj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&amp; Migrations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Migrations located in HotelManager.Data/Migrations</a:t>
            </a:r>
          </a:p>
          <a:p>
            <a:pPr>
              <a:defRPr sz="1800"/>
            </a:pPr>
            <a:r>
              <a:t>Add migration example:</a:t>
            </a:r>
          </a:p>
          <a:p>
            <a:pPr>
              <a:defRPr sz="1800"/>
            </a:pPr>
            <a:r>
              <a:t>dotnet ef migrations add &lt;Name&gt; -s HotelManager/ -p HotelManager.Data/</a:t>
            </a:r>
          </a:p>
          <a:p>
            <a:pPr>
              <a:defRPr sz="1800"/>
            </a:pPr>
            <a:r>
              <a:t>dotnet ef database update -s HotelManager/ -p HotelManager.Data/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 unit tests: dotnet test HotelManager.Tests/</a:t>
            </a:r>
          </a:p>
          <a:p>
            <a:pPr>
              <a:defRPr sz="1800"/>
            </a:pPr>
            <a:r>
              <a:t>Tests cover core services and controllers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Contributing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Follow existing code style</a:t>
            </a:r>
          </a:p>
          <a:p>
            <a:pPr>
              <a:defRPr sz="1800"/>
            </a:pPr>
            <a:r>
              <a:rPr dirty="0"/>
              <a:t>Add tests for new service logic</a:t>
            </a:r>
          </a:p>
          <a:p>
            <a:pPr>
              <a:defRPr sz="1800"/>
            </a:pPr>
            <a:r>
              <a:rPr dirty="0"/>
              <a:t>Use DI and existing repository patterns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</TotalTime>
  <Words>246</Words>
  <Application>Microsoft Office PowerPoint</Application>
  <PresentationFormat>On-screen Show (4:3)</PresentationFormat>
  <Paragraphs>38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Wingdings 3</vt:lpstr>
      <vt:lpstr>Facet</vt:lpstr>
      <vt:lpstr>HotelManager</vt:lpstr>
      <vt:lpstr>Project Overview</vt:lpstr>
      <vt:lpstr>Architecture &amp; Key Components</vt:lpstr>
      <vt:lpstr>Project Layout (selected)</vt:lpstr>
      <vt:lpstr>Main Features</vt:lpstr>
      <vt:lpstr>Setup &amp; Quickstart</vt:lpstr>
      <vt:lpstr>Database &amp; Migrations</vt:lpstr>
      <vt:lpstr>Testing</vt:lpstr>
      <vt:lpstr>Contributing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HotelManager</dc:title>
  <dc:subject/>
  <dc:creator>admin</dc:creator>
  <cp:keywords/>
  <dc:description>generated using python-pptx</dc:description>
  <cp:lastModifiedBy>admin</cp:lastModifiedBy>
  <cp:revision>4</cp:revision>
  <dcterms:created xsi:type="dcterms:W3CDTF">2013-01-27T09:14:16Z</dcterms:created>
  <dcterms:modified xsi:type="dcterms:W3CDTF">2026-02-22T07:51:32Z</dcterms:modified>
  <cp:category/>
</cp:coreProperties>
</file>